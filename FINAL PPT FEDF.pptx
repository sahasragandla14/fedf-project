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6" r:id="rId2"/>
    <p:sldId id="260" r:id="rId3"/>
    <p:sldId id="278" r:id="rId4"/>
    <p:sldId id="331" r:id="rId5"/>
    <p:sldId id="332" r:id="rId6"/>
    <p:sldId id="333" r:id="rId7"/>
    <p:sldId id="321" r:id="rId8"/>
    <p:sldId id="338" r:id="rId9"/>
    <p:sldId id="322" r:id="rId10"/>
    <p:sldId id="334" r:id="rId11"/>
    <p:sldId id="339" r:id="rId12"/>
    <p:sldId id="340" r:id="rId13"/>
    <p:sldId id="343" r:id="rId14"/>
    <p:sldId id="341" r:id="rId15"/>
    <p:sldId id="342" r:id="rId16"/>
    <p:sldId id="324" r:id="rId17"/>
    <p:sldId id="277" r:id="rId18"/>
    <p:sldId id="320" r:id="rId19"/>
    <p:sldId id="327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94660"/>
  </p:normalViewPr>
  <p:slideViewPr>
    <p:cSldViewPr>
      <p:cViewPr varScale="1">
        <p:scale>
          <a:sx n="70" d="100"/>
          <a:sy n="70" d="100"/>
        </p:scale>
        <p:origin x="9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dirty="0"/>
              <a:t>College Canteen Token System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01362"/>
            <a:ext cx="7772400" cy="3294438"/>
          </a:xfrm>
        </p:spPr>
        <p:txBody>
          <a:bodyPr>
            <a:normAutofit fontScale="475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19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9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Name : MEGHANA   Roll no : 2520030245</a:t>
            </a:r>
          </a:p>
          <a:p>
            <a:pPr lvl="1">
              <a:lnSpc>
                <a:spcPct val="80000"/>
              </a:lnSpc>
              <a:defRPr/>
            </a:pPr>
            <a:endParaRPr lang="en-US" sz="29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defRPr/>
            </a:pPr>
            <a:r>
              <a:rPr lang="en-US" sz="29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Name : SAHASRA      Roll no : 2520030108</a:t>
            </a:r>
          </a:p>
          <a:p>
            <a:pPr lvl="1">
              <a:lnSpc>
                <a:spcPct val="80000"/>
              </a:lnSpc>
              <a:defRPr/>
            </a:pPr>
            <a:endParaRPr lang="en-US" sz="3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   Team Number: 27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D.PAVITHRA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Lakshmaiah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3676"/>
            <a:ext cx="8229600" cy="52419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• The College Canteen Token System is a web-based application developed to modernize and automate the food ordering process in college canteens.</a:t>
            </a:r>
          </a:p>
          <a:p>
            <a:pPr marL="0" indent="0">
              <a:buNone/>
            </a:pPr>
            <a:r>
              <a:rPr lang="en-IN" dirty="0"/>
              <a:t>• In traditional canteen systems, students often face long queues, delays in ordering, and difficulties in collecting food during peak hours. These issues result in time wastage and reduced efficiency.</a:t>
            </a:r>
          </a:p>
          <a:p>
            <a:pPr marL="0" indent="0">
              <a:buNone/>
            </a:pPr>
            <a:r>
              <a:rPr lang="en-IN" dirty="0"/>
              <a:t>• The proposed system provides a digital platform where students can register, log in, browse food categories, select menu items, add items to a cart, and generate digital tokens for their orders.</a:t>
            </a:r>
          </a:p>
          <a:p>
            <a:pPr marL="0" indent="0">
              <a:buNone/>
            </a:pPr>
            <a:r>
              <a:rPr lang="en-IN" dirty="0"/>
              <a:t>• The application also includes features such as billing, order history tracking, and feedback collection, making the ordering process more organized and user-friendly.</a:t>
            </a:r>
          </a:p>
          <a:p>
            <a:pPr marL="0" indent="0">
              <a:buNone/>
            </a:pPr>
            <a:r>
              <a:rPr lang="en-IN" dirty="0"/>
              <a:t>• By automating order management and token generation, the system reduces manual effort, minimizes human errors, and improves service quality.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F263A-6733-7B43-D7E6-BDA4D0643CFD}"/>
              </a:ext>
            </a:extLst>
          </p:cNvPr>
          <p:cNvSpPr txBox="1"/>
          <p:nvPr/>
        </p:nvSpPr>
        <p:spPr>
          <a:xfrm>
            <a:off x="304800" y="1582341"/>
            <a:ext cx="8001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200" dirty="0"/>
              <a:t>• The project is developed using ReactJS, HTML, CSS, and JavaScript, providing an interactive, responsive, and easy-to-use interface for users.</a:t>
            </a:r>
          </a:p>
          <a:p>
            <a:pPr marL="0" indent="0">
              <a:buNone/>
            </a:pPr>
            <a:r>
              <a:rPr lang="en-IN" sz="2200" dirty="0"/>
              <a:t>• The system helps save time, improves operational efficiency, enhances customer satisfaction, and provides a reliable solution for effective canteen management.</a:t>
            </a:r>
          </a:p>
          <a:p>
            <a:pPr marL="0" indent="0">
              <a:buNone/>
            </a:pPr>
            <a:r>
              <a:rPr lang="en-IN" sz="2200" dirty="0"/>
              <a:t>• Overall, the College Canteen Token System serves as a smart and efficient platform that simplifies food ordering and contributes to a better canteen experience for both students and management.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65BE5-8989-0DA4-1162-BA30DB36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209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D11007-B76F-DF72-11EE-E1B2A9892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62100"/>
            <a:ext cx="838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College canteens often face overcrowding during lunch breaks and peak hours, resulting in long waiting times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Traditional canteen systems depend on manual order taking, billing, and token generation, which can lead to delays and management difficulties.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Students spend valuable time standing in queues to place orders and collect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College Canteen Token System is designed to digitize the complete food ordering process and improve service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system enables students to register, log in, browse food categories, select food items, add them to a cart, and generate digital tokens.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3AF8F-9FA1-68AF-614F-99EED3FF2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929C93-04DF-CE6E-02A9-F5CCC73AAC88}"/>
              </a:ext>
            </a:extLst>
          </p:cNvPr>
          <p:cNvSpPr txBox="1"/>
          <p:nvPr/>
        </p:nvSpPr>
        <p:spPr>
          <a:xfrm>
            <a:off x="3200400" y="79801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8388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D823740-CAC6-9B5D-8C39-1DF8C6797E22}"/>
              </a:ext>
            </a:extLst>
          </p:cNvPr>
          <p:cNvSpPr txBox="1"/>
          <p:nvPr/>
        </p:nvSpPr>
        <p:spPr>
          <a:xfrm>
            <a:off x="228600" y="1305342"/>
            <a:ext cx="8991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/>
              <a:t>• Additional features such as billing, order history, and feedback collection provide a better user experience and improve canteen management.</a:t>
            </a:r>
          </a:p>
          <a:p>
            <a:pPr>
              <a:buNone/>
            </a:pPr>
            <a:r>
              <a:rPr lang="en-IN" sz="2200" dirty="0"/>
              <a:t>• By automating these activities, the system reduces waiting time, increases operational efficiency, and enhances customer satisfaction.</a:t>
            </a:r>
          </a:p>
          <a:p>
            <a:pPr>
              <a:buNone/>
            </a:pPr>
            <a:r>
              <a:rPr lang="en-IN" sz="2200" dirty="0"/>
              <a:t>• The application is developed using ReactJS, HTML, CSS, and JavaScript, providing a user-friendly and responsive interface.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23F6B7-23E8-F783-A62F-1663C9BAA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7475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274638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4600" dirty="0"/>
              <a:t>• </a:t>
            </a:r>
            <a:r>
              <a:rPr lang="en-IN" sz="4600" b="1" dirty="0"/>
              <a:t>Long Waiting Queues:</a:t>
            </a:r>
            <a:r>
              <a:rPr lang="en-IN" sz="4600" dirty="0"/>
              <a:t> Students spend significant time waiting in canteen queues during lunch breaks and peak hours, causing inconvenience and loss of valuable time.</a:t>
            </a:r>
          </a:p>
          <a:p>
            <a:pPr marL="0" indent="0">
              <a:buNone/>
            </a:pPr>
            <a:r>
              <a:rPr lang="en-IN" sz="4600" dirty="0"/>
              <a:t>• </a:t>
            </a:r>
            <a:r>
              <a:rPr lang="en-IN" sz="4600" b="1" dirty="0"/>
              <a:t>Manual Order Processing:</a:t>
            </a:r>
            <a:r>
              <a:rPr lang="en-IN" sz="4600" dirty="0"/>
              <a:t> Traditional canteens depend on manual order taking, billing, and token generation, which increases the chances of delays and human errors.</a:t>
            </a:r>
          </a:p>
          <a:p>
            <a:pPr marL="0" indent="0">
              <a:buNone/>
            </a:pPr>
            <a:r>
              <a:rPr lang="en-IN" sz="4600" dirty="0"/>
              <a:t>• </a:t>
            </a:r>
            <a:r>
              <a:rPr lang="en-IN" sz="4600" b="1" dirty="0"/>
              <a:t>Lack of Order Tracking:</a:t>
            </a:r>
            <a:r>
              <a:rPr lang="en-IN" sz="4600" dirty="0"/>
              <a:t> Students cannot easily track their orders, view previous purchases, or access order history, resulting in a poor user experience.</a:t>
            </a:r>
          </a:p>
          <a:p>
            <a:pPr marL="0" indent="0">
              <a:buNone/>
            </a:pPr>
            <a:r>
              <a:rPr lang="en-IN" sz="4600" dirty="0"/>
              <a:t>• </a:t>
            </a:r>
            <a:r>
              <a:rPr lang="en-IN" sz="4600" b="1" dirty="0"/>
              <a:t>Difficult Record Management:</a:t>
            </a:r>
            <a:r>
              <a:rPr lang="en-IN" sz="4600" dirty="0"/>
              <a:t> Canteen staff face challenges in maintaining order records, monitoring sales, and managing customer feedback efficiently.</a:t>
            </a:r>
          </a:p>
          <a:p>
            <a:pPr marL="0" indent="0">
              <a:buNone/>
            </a:pPr>
            <a:r>
              <a:rPr lang="en-IN" sz="4600" dirty="0"/>
              <a:t>• </a:t>
            </a:r>
            <a:r>
              <a:rPr lang="en-IN" sz="4600" b="1" dirty="0"/>
              <a:t>Need for a Digital Solution:</a:t>
            </a:r>
            <a:r>
              <a:rPr lang="en-IN" sz="4600" dirty="0"/>
              <a:t> A modern web-based system is required to automate food ordering, billing, token generation, and order management, thereby improving efficiency and customer satisfaction.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47C10C-7F07-3DF3-F4B4-586BCEADB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78" y="533400"/>
            <a:ext cx="8569444" cy="632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26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4609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10B0408-F66B-C724-E36B-8C331739E6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64013"/>
            <a:ext cx="8001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Waiting Time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minimize the time students spend standing in long queues for ordering food and collecting tokens.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Food Ordering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provide an online platform where students can browse menu items and place orders conveniently.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Token Generation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generate digital tokens automatically, reducing manual effort and improving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Order Management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organize and manage food orders systematically, reducing confusion and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History Tracking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allow students to view their previous orders and maintain a record of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8965BE-49F3-9E90-5B16-D9CA681D1897}"/>
              </a:ext>
            </a:extLst>
          </p:cNvPr>
          <p:cNvSpPr txBox="1"/>
          <p:nvPr/>
        </p:nvSpPr>
        <p:spPr>
          <a:xfrm>
            <a:off x="381000" y="1859340"/>
            <a:ext cx="8534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Collection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enable students to provide ratings and suggestions for improving canteen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develop an easy-to-use and interactive system that enhances the overall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Canteen Operations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help canteen management handle orders efficiently, maintain records, and improve service quality.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37209-3760-7E6F-525E-BA336BF98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74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AD35C7-2B95-7692-2A91-B44A15164222}"/>
              </a:ext>
            </a:extLst>
          </p:cNvPr>
          <p:cNvSpPr txBox="1"/>
          <p:nvPr/>
        </p:nvSpPr>
        <p:spPr>
          <a:xfrm>
            <a:off x="266700" y="1295400"/>
            <a:ext cx="8610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Login Page</a:t>
            </a:r>
            <a:r>
              <a:rPr lang="en-IN" sz="2200" dirty="0"/>
              <a:t> – Allows students to log in using Roll Number and Password for secure access.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Registration Page</a:t>
            </a:r>
            <a:r>
              <a:rPr lang="en-IN" sz="2200" dirty="0"/>
              <a:t> – Enables new students to create an account with form validation.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Home Page</a:t>
            </a:r>
            <a:r>
              <a:rPr lang="en-IN" sz="2200" dirty="0"/>
              <a:t> – Displays food categories and provides quick navigation to different sections.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Menu Page</a:t>
            </a:r>
            <a:r>
              <a:rPr lang="en-IN" sz="2200" dirty="0"/>
              <a:t> – Shows food items under selected categories along with prices.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Cart Page</a:t>
            </a:r>
            <a:r>
              <a:rPr lang="en-IN" sz="2200" dirty="0"/>
              <a:t> – Displays selected items and allows users to manage their cart.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Billing Page</a:t>
            </a:r>
            <a:r>
              <a:rPr lang="en-IN" sz="2200" dirty="0"/>
              <a:t> – Calculates the total amount and generates the final bill.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Token Page</a:t>
            </a:r>
            <a:r>
              <a:rPr lang="en-IN" sz="2200" dirty="0"/>
              <a:t> – Generates a unique digital token after successful order placement.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1A4D5-DBD1-1D93-CBF3-E14389403DEA}"/>
              </a:ext>
            </a:extLst>
          </p:cNvPr>
          <p:cNvSpPr txBox="1"/>
          <p:nvPr/>
        </p:nvSpPr>
        <p:spPr>
          <a:xfrm>
            <a:off x="2133600" y="314980"/>
            <a:ext cx="525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59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250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482FDA-2EF7-CA2E-1740-7607F6D75625}"/>
              </a:ext>
            </a:extLst>
          </p:cNvPr>
          <p:cNvSpPr txBox="1"/>
          <p:nvPr/>
        </p:nvSpPr>
        <p:spPr>
          <a:xfrm>
            <a:off x="228600" y="1219200"/>
            <a:ext cx="8153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History Page</a:t>
            </a:r>
            <a:r>
              <a:rPr lang="en-IN" sz="2200" dirty="0"/>
              <a:t> – Displays previous orders and token details for reference.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Feedback Page</a:t>
            </a:r>
            <a:r>
              <a:rPr lang="en-IN" sz="2200" dirty="0"/>
              <a:t> – Allows students to submit ratings and suggestions about canteen services.</a:t>
            </a:r>
          </a:p>
          <a:p>
            <a:pPr>
              <a:buNone/>
            </a:pPr>
            <a:r>
              <a:rPr lang="en-IN" sz="2200" dirty="0"/>
              <a:t>• </a:t>
            </a:r>
            <a:r>
              <a:rPr lang="en-IN" sz="2200" b="1" dirty="0"/>
              <a:t>Admin Page</a:t>
            </a:r>
            <a:r>
              <a:rPr lang="en-IN" sz="2200" dirty="0"/>
              <a:t> – Enables administrators to view orders, manage menu items, and monitor canteen activities.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200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582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155D46-B93A-7339-856C-D323C1CE6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89" y="1143001"/>
            <a:ext cx="7233022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6016C5-7FA6-B5B5-E8EF-044B4CCD498F}"/>
              </a:ext>
            </a:extLst>
          </p:cNvPr>
          <p:cNvSpPr txBox="1"/>
          <p:nvPr/>
        </p:nvSpPr>
        <p:spPr>
          <a:xfrm>
            <a:off x="3276600" y="5334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CO MAPPING</a:t>
            </a:r>
            <a:endParaRPr lang="en-IN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45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949B4B-C2E0-546D-7FE5-0F99834158D4}"/>
              </a:ext>
            </a:extLst>
          </p:cNvPr>
          <p:cNvSpPr txBox="1"/>
          <p:nvPr/>
        </p:nvSpPr>
        <p:spPr>
          <a:xfrm>
            <a:off x="2133600" y="218404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F96CA-CBA5-AAA1-3531-8FD2D334B8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89"/>
            <a:ext cx="1295400" cy="63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A6EE88-C6E2-E76C-0381-E9DFDEB7A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27" y="716854"/>
            <a:ext cx="8674546" cy="605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20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D9E82-BFB7-2067-2512-EB1BED59E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95400" cy="6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68054B-A422-457E-6D44-3180158A99E3}"/>
              </a:ext>
            </a:extLst>
          </p:cNvPr>
          <p:cNvSpPr txBox="1"/>
          <p:nvPr/>
        </p:nvSpPr>
        <p:spPr>
          <a:xfrm>
            <a:off x="2438400" y="480495"/>
            <a:ext cx="571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31CFE-AB6E-4BB4-363C-A87200D2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19200"/>
            <a:ext cx="8686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13255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7660"/>
            <a:ext cx="8229600" cy="4983164"/>
          </a:xfrm>
        </p:spPr>
        <p:txBody>
          <a:bodyPr/>
          <a:lstStyle/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dirty="0"/>
              <a:t>The proposed system is expected to:</a:t>
            </a:r>
          </a:p>
          <a:p>
            <a:endParaRPr lang="en-IN" sz="2200" dirty="0"/>
          </a:p>
          <a:p>
            <a:r>
              <a:rPr lang="en-IN" sz="2200" dirty="0"/>
              <a:t>Reduce waiting time in canteen queues. </a:t>
            </a:r>
          </a:p>
          <a:p>
            <a:r>
              <a:rPr lang="en-IN" sz="2200" dirty="0"/>
              <a:t>Provide fast and convenient food ordering. </a:t>
            </a:r>
          </a:p>
          <a:p>
            <a:r>
              <a:rPr lang="en-IN" sz="2200" dirty="0"/>
              <a:t>Automate token generation. </a:t>
            </a:r>
          </a:p>
          <a:p>
            <a:r>
              <a:rPr lang="en-IN" sz="2200" dirty="0"/>
              <a:t>Improve order management. </a:t>
            </a:r>
          </a:p>
          <a:p>
            <a:r>
              <a:rPr lang="en-IN" sz="2200" dirty="0"/>
              <a:t>Maintain digital order records. </a:t>
            </a:r>
          </a:p>
          <a:p>
            <a:r>
              <a:rPr lang="en-IN" sz="2200" dirty="0"/>
              <a:t>Enhance customer satisfaction. </a:t>
            </a:r>
          </a:p>
          <a:p>
            <a:r>
              <a:rPr lang="en-IN" sz="2200" dirty="0"/>
              <a:t>Increase canteen operational efficiency.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75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Conclusion</a:t>
            </a:r>
          </a:p>
          <a:p>
            <a:pPr marL="0" indent="0">
              <a:buNone/>
            </a:pPr>
            <a:r>
              <a:rPr lang="en-IN" sz="2200" dirty="0"/>
              <a:t>The College Canteen Token System successfully provides a digital solution for food ordering and token generation. The system simplifies the ordering process, reduces crowd congestion, improves efficiency, and provides a better user experience.</a:t>
            </a:r>
          </a:p>
          <a:p>
            <a:pPr marL="0" indent="0">
              <a:buNone/>
            </a:pPr>
            <a:r>
              <a:rPr lang="en-IN" sz="2200" b="1" dirty="0"/>
              <a:t>Future Scope</a:t>
            </a:r>
          </a:p>
          <a:p>
            <a:r>
              <a:rPr lang="en-IN" sz="2200" dirty="0"/>
              <a:t>Online payment integration using UPI and cards. </a:t>
            </a:r>
          </a:p>
          <a:p>
            <a:r>
              <a:rPr lang="en-IN" sz="2200" dirty="0"/>
              <a:t>QR code-based token verification. </a:t>
            </a:r>
          </a:p>
          <a:p>
            <a:r>
              <a:rPr lang="en-IN" sz="2200" dirty="0"/>
              <a:t>Mobile application development. </a:t>
            </a:r>
          </a:p>
          <a:p>
            <a:r>
              <a:rPr lang="en-IN" sz="2200" dirty="0"/>
              <a:t>Real-time order tracking. </a:t>
            </a:r>
          </a:p>
          <a:p>
            <a:r>
              <a:rPr lang="en-IN" sz="2200" dirty="0"/>
              <a:t>AI-based food recommendation system.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• ReactJS Official Documentation – Frontend development and component-based architecture.</a:t>
            </a:r>
          </a:p>
          <a:p>
            <a:pPr marL="0" indent="0">
              <a:buNone/>
            </a:pPr>
            <a:r>
              <a:rPr lang="en-IN" sz="2200" dirty="0"/>
              <a:t>• React Router Documentation – Navigation and routing between application pages.</a:t>
            </a:r>
          </a:p>
          <a:p>
            <a:pPr marL="0" indent="0">
              <a:buNone/>
            </a:pPr>
            <a:r>
              <a:rPr lang="en-IN" sz="2200" dirty="0"/>
              <a:t>• MDN Web Docs (JavaScript) – JavaScript concepts and web development resources.</a:t>
            </a:r>
          </a:p>
          <a:p>
            <a:pPr marL="0" indent="0">
              <a:buNone/>
            </a:pPr>
            <a:r>
              <a:rPr lang="en-IN" sz="2200" dirty="0"/>
              <a:t>• W3Schools – Reference for HTML, CSS, JavaScript, and ReactJS tutorials.</a:t>
            </a:r>
          </a:p>
          <a:p>
            <a:pPr marL="0" indent="0">
              <a:buNone/>
            </a:pPr>
            <a:r>
              <a:rPr lang="en-IN" sz="2200" dirty="0"/>
              <a:t>• Research Articles on Canteen Management Systems – Understanding digital food ordering and token management systems.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1215</Words>
  <Application>Microsoft Office PowerPoint</Application>
  <PresentationFormat>On-screen Show (4:3)</PresentationFormat>
  <Paragraphs>106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Office Theme</vt:lpstr>
      <vt:lpstr> A Project Review Meeting    on  College Canteen Token System</vt:lpstr>
      <vt:lpstr>Outline of the Presentation</vt:lpstr>
      <vt:lpstr>Abstract</vt:lpstr>
      <vt:lpstr>PowerPoint Presentation</vt:lpstr>
      <vt:lpstr>PowerPoint Presentation</vt:lpstr>
      <vt:lpstr>PowerPoint Presentation</vt:lpstr>
      <vt:lpstr>Problem Statement </vt:lpstr>
      <vt:lpstr>PowerPoint Presentation</vt:lpstr>
      <vt:lpstr>Objectives with Justification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Sahasra Gandla</cp:lastModifiedBy>
  <cp:revision>202</cp:revision>
  <dcterms:created xsi:type="dcterms:W3CDTF">2006-08-16T00:00:00Z</dcterms:created>
  <dcterms:modified xsi:type="dcterms:W3CDTF">2026-06-16T03:14:46Z</dcterms:modified>
</cp:coreProperties>
</file>